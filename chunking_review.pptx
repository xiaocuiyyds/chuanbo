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片段数</c:v>
                </c:pt>
              </c:strCache>
            </c:strRef>
          </c:tx>
          <c:spPr>
            <a:solidFill>
              <a:srgbClr val="065A82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纯文本提取
(PyMuPDF)</c:v>
                  </c:pt>
                  <c:pt idx="1">
                    <c:v>Qwen-VL 提取
(现方案)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322</c:v>
                </c:pt>
                <c:pt idx="1">
                  <c:v>546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2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知识库处理结果：546 个片段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K-Chief700 + AC600 两本手册 · Qwen-VL 逐页转录切分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46177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202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546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个知识片段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703320"/>
            <a:ext cx="3291840" cy="0"/>
          </a:xfrm>
          <a:prstGeom prst="line">
            <a:avLst/>
          </a:prstGeom>
          <a:noFill/>
          <a:ln w="12700">
            <a:solidFill>
              <a:srgbClr val="3E4A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813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381304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总页数（171 + 112）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4453128"/>
            <a:ext cx="3291840" cy="0"/>
          </a:xfrm>
          <a:prstGeom prst="line">
            <a:avLst/>
          </a:prstGeom>
          <a:noFill/>
          <a:ln w="12700">
            <a:solidFill>
              <a:srgbClr val="3E4A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628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1.93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456285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平均每页片段数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5202936"/>
            <a:ext cx="3291840" cy="0"/>
          </a:xfrm>
          <a:prstGeom prst="line">
            <a:avLst/>
          </a:prstGeom>
          <a:noFill/>
          <a:ln w="12700">
            <a:solidFill>
              <a:srgbClr val="3E4A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3126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/ 100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86000" y="531266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切分字符数 / 重叠字符数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为什么片段数变多了？</a:t>
            </a:r>
            <a:endParaRPr lang="en-US" sz="2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846320" y="2148840"/>
          <a:ext cx="67665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4846320" y="5349240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EAF2F6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534924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多出的 224 个片段（+70%）主要来自表格转录、接线图 / 流程图的文字化描述——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这些内容在纯文本提取里会直接丢失。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546 个片段，合理吗？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规模评估 + 一个需要提前处理的风险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规模适中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002536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 页产出 546 个片段，平均每页约 1.9 个，量级不算多。FAISS 用精确检索（IndexFlatIP），这个规模检索毫无压力，不需要上近似索引。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00837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信息密度更高，不是虚增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374136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比纯文本提取的 322 个多 70%，多出部分主要是表格转录成 Markdown、接线图 / 流程图转成文字描述——这些以前会直接丢失，现在都能被检索到。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37997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但有一个风险：表格可能被硬切断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745736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现在按字符数滑动窗口切分（800 字 / 100 字重叠），不识别 Markdown 结构。如果一张表格超过 800 字，会从中间被切开，表头和数据行分到两个片段里。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现象示意：表头与数据行被拆散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2057400"/>
            <a:ext cx="4754880" cy="1600200"/>
          </a:xfrm>
          <a:prstGeom prst="roundRect">
            <a:avLst>
              <a:gd name="adj" fmla="val 4571"/>
            </a:avLst>
          </a:prstGeom>
          <a:solidFill>
            <a:srgbClr val="EAF2F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片段 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0" y="2468880"/>
            <a:ext cx="4389120" cy="292608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模式 | 符号 | 颜色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40880" y="2788920"/>
            <a:ext cx="43891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联锁模式 | I | 青色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40880" y="3108960"/>
            <a:ext cx="43891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本地模式 | L | 青色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0" y="3767328"/>
            <a:ext cx="475488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8229600" y="3657600"/>
            <a:ext cx="201168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字符处被截断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0" y="388620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FBEEEC"/>
          </a:solidFill>
          <a:ln w="12700">
            <a:solidFill>
              <a:srgbClr val="B85042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片段 B（缺少表头）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4315968"/>
            <a:ext cx="43891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强制模式 | o | 青色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40880" y="4636008"/>
            <a:ext cx="43891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停机模式 | s | 品红色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40880" y="4983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看到这段时，不知道每一列代表什么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  </a:t>
            </a:r>
            <a:pPr indent="0" marL="0">
              <a:buNone/>
            </a:pPr>
            <a:r>
              <a:rPr lang="en-US" sz="14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改为按 Markdown 结构切分（标题 / 表格边界），而不是固定字符窗口，保证每张表格保持完整。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2026-07-13T02:02:49Z</dcterms:created>
  <dcterms:modified xsi:type="dcterms:W3CDTF">2026-07-13T02:02:49Z</dcterms:modified>
</cp:coreProperties>
</file>